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6" r:id="rId4"/>
    <p:sldId id="270" r:id="rId5"/>
    <p:sldId id="26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7631" y="2666123"/>
            <a:ext cx="7766936" cy="1142536"/>
          </a:xfrm>
        </p:spPr>
        <p:txBody>
          <a:bodyPr/>
          <a:lstStyle/>
          <a:p>
            <a:r>
              <a:rPr lang="zh-CN" altLang="en-US" sz="6000" dirty="0"/>
              <a:t>电</a:t>
            </a:r>
            <a:r>
              <a:rPr lang="zh-CN" altLang="en-US" sz="6000" dirty="0" smtClean="0"/>
              <a:t>控</a:t>
            </a:r>
            <a:r>
              <a:rPr lang="en-US" altLang="zh-CN" sz="6000" dirty="0" smtClean="0"/>
              <a:t>ROV</a:t>
            </a:r>
            <a:r>
              <a:rPr lang="zh-CN" altLang="en-US" sz="6000" dirty="0" smtClean="0"/>
              <a:t>第二次汇报</a:t>
            </a:r>
            <a:endParaRPr lang="zh-CN" altLang="en-US" sz="6000" dirty="0"/>
          </a:p>
        </p:txBody>
      </p:sp>
      <p:sp>
        <p:nvSpPr>
          <p:cNvPr id="4" name="文本框 3"/>
          <p:cNvSpPr txBox="1"/>
          <p:nvPr/>
        </p:nvSpPr>
        <p:spPr>
          <a:xfrm>
            <a:off x="8426450" y="51435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2026.4.22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57038" y="56756"/>
            <a:ext cx="36828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岸上供电的电压</a:t>
            </a:r>
            <a:endParaRPr lang="en-US" altLang="zh-CN" sz="3200" dirty="0" smtClean="0"/>
          </a:p>
          <a:p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257038" y="473056"/>
            <a:ext cx="1001846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2000" dirty="0">
              <a:latin typeface="Arial" panose="020B0604020202020204" pitchFamily="34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dirty="0" smtClean="0"/>
              <a:t>6</a:t>
            </a:r>
            <a:r>
              <a:rPr lang="zh-CN" altLang="zh-CN" sz="2400" dirty="0"/>
              <a:t>个T200推进器，通常不会同时满功率运行。根据行业经验，推进器平均功率约为最大功率的25-30%。单个T200满载功率约390W，因此平均功率约为：</a:t>
            </a:r>
          </a:p>
          <a:p>
            <a:pPr marL="0" lvl="1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/>
              <a:t>6 × 390W × 30% ≈ 702W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/>
              <a:t>其他负载功率：飞控、树莓派、传感器、灯等，估算约为50-100W。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/>
              <a:t>总平均功</a:t>
            </a:r>
            <a:r>
              <a:rPr lang="zh-CN" altLang="zh-CN" sz="2400" dirty="0" smtClean="0"/>
              <a:t>率 </a:t>
            </a:r>
            <a:r>
              <a:rPr lang="zh-CN" altLang="zh-CN" sz="2400" dirty="0"/>
              <a:t>≈ 800W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sz="2400" dirty="0"/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/>
              <a:t>考</a:t>
            </a:r>
            <a:r>
              <a:rPr lang="zh-CN" altLang="en-US" sz="2400" dirty="0" smtClean="0"/>
              <a:t>虑线缆重量</a:t>
            </a:r>
            <a:endParaRPr lang="zh-CN" altLang="zh-CN" sz="2400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7821"/>
            <a:ext cx="1219200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56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15603" y="964569"/>
            <a:ext cx="922387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阶段一：原型验证（机载电池）</a:t>
            </a:r>
          </a:p>
          <a:p>
            <a:endParaRPr lang="zh-CN" altLang="en-US" sz="2400" dirty="0"/>
          </a:p>
          <a:p>
            <a:r>
              <a:rPr lang="zh-CN" altLang="en-US" sz="2400" dirty="0" smtClean="0"/>
              <a:t>用</a:t>
            </a:r>
            <a:r>
              <a:rPr lang="en-US" altLang="zh-CN" sz="2400" dirty="0"/>
              <a:t>4S</a:t>
            </a:r>
            <a:r>
              <a:rPr lang="zh-CN" altLang="en-US" sz="2400" dirty="0"/>
              <a:t>锂电池组，在泳池或小水域验证</a:t>
            </a:r>
            <a:r>
              <a:rPr lang="en-US" altLang="zh-CN" sz="2400" dirty="0"/>
              <a:t>ROV</a:t>
            </a:r>
            <a:r>
              <a:rPr lang="zh-CN" altLang="en-US" sz="2400" dirty="0"/>
              <a:t>的</a:t>
            </a:r>
            <a:r>
              <a:rPr lang="en-US" altLang="zh-CN" sz="2400" dirty="0"/>
              <a:t>6</a:t>
            </a:r>
            <a:r>
              <a:rPr lang="zh-CN" altLang="en-US" sz="2400" dirty="0"/>
              <a:t>推进器操控、基础功能。</a:t>
            </a:r>
          </a:p>
          <a:p>
            <a:endParaRPr lang="zh-CN" altLang="en-US" sz="2400" dirty="0"/>
          </a:p>
          <a:p>
            <a:r>
              <a:rPr lang="zh-CN" altLang="en-US" sz="2400" dirty="0"/>
              <a:t>目标：把系统跑通，解决所有</a:t>
            </a:r>
            <a:r>
              <a:rPr lang="en-US" altLang="zh-CN" sz="2400" dirty="0"/>
              <a:t>"</a:t>
            </a:r>
            <a:r>
              <a:rPr lang="zh-CN" altLang="en-US" sz="2400" dirty="0"/>
              <a:t>动起来</a:t>
            </a:r>
            <a:r>
              <a:rPr lang="en-US" altLang="zh-CN" sz="2400" dirty="0"/>
              <a:t>"</a:t>
            </a:r>
            <a:r>
              <a:rPr lang="zh-CN" altLang="en-US" sz="2400" dirty="0"/>
              <a:t>的问题。</a:t>
            </a:r>
          </a:p>
          <a:p>
            <a:endParaRPr lang="zh-CN" altLang="en-US" sz="2400" dirty="0"/>
          </a:p>
          <a:p>
            <a:r>
              <a:rPr lang="zh-CN" altLang="en-US" sz="2400" dirty="0"/>
              <a:t>阶段二：短距测试（</a:t>
            </a:r>
            <a:r>
              <a:rPr lang="en-US" altLang="zh-CN" sz="2400" dirty="0"/>
              <a:t>48V</a:t>
            </a:r>
            <a:r>
              <a:rPr lang="zh-CN" altLang="en-US" sz="2400" dirty="0"/>
              <a:t>岸上供电）</a:t>
            </a:r>
          </a:p>
          <a:p>
            <a:endParaRPr lang="zh-CN" altLang="en-US" sz="2400" dirty="0"/>
          </a:p>
          <a:p>
            <a:r>
              <a:rPr lang="zh-CN" altLang="en-US" sz="2400" dirty="0"/>
              <a:t>任务：制作一根</a:t>
            </a:r>
            <a:r>
              <a:rPr lang="en-US" altLang="zh-CN" sz="2400" dirty="0"/>
              <a:t>10-15</a:t>
            </a:r>
            <a:r>
              <a:rPr lang="zh-CN" altLang="en-US" sz="2400" dirty="0"/>
              <a:t>米长的</a:t>
            </a:r>
            <a:r>
              <a:rPr lang="en-US" altLang="zh-CN" sz="2400" dirty="0"/>
              <a:t>48V</a:t>
            </a:r>
            <a:r>
              <a:rPr lang="zh-CN" altLang="en-US" sz="2400" dirty="0"/>
              <a:t>供电</a:t>
            </a:r>
            <a:r>
              <a:rPr lang="en-US" altLang="zh-CN" sz="2400" dirty="0"/>
              <a:t>"</a:t>
            </a:r>
            <a:r>
              <a:rPr lang="zh-CN" altLang="en-US" sz="2400" dirty="0"/>
              <a:t>脐带缆</a:t>
            </a:r>
            <a:r>
              <a:rPr lang="en-US" altLang="zh-CN" sz="2400" dirty="0"/>
              <a:t>"</a:t>
            </a:r>
            <a:r>
              <a:rPr lang="zh-CN" altLang="en-US" sz="2400" dirty="0"/>
              <a:t>，在岸上电源的帮助下测试无限续航的操控感。</a:t>
            </a:r>
          </a:p>
          <a:p>
            <a:endParaRPr lang="zh-CN" altLang="en-US" sz="2400" dirty="0"/>
          </a:p>
          <a:p>
            <a:r>
              <a:rPr lang="zh-CN" altLang="en-US" sz="2400" dirty="0"/>
              <a:t>目标：低风险地理解岸上供电带来的压降、线缆浮力等问题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566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摄像头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2160589"/>
            <a:ext cx="7880189" cy="3880773"/>
          </a:xfrm>
        </p:spPr>
        <p:txBody>
          <a:bodyPr>
            <a:normAutofit/>
          </a:bodyPr>
          <a:lstStyle/>
          <a:p>
            <a:r>
              <a:rPr lang="zh-CN" altLang="en-US" sz="3600" dirty="0" smtClean="0"/>
              <a:t>在和实验室的视觉讨论一下，选出一个性价比高的摄像头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8081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1702" y="340536"/>
            <a:ext cx="2806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/>
              <a:t>下周安排</a:t>
            </a:r>
            <a:endParaRPr lang="zh-CN" altLang="en-US" sz="4000" dirty="0"/>
          </a:p>
        </p:txBody>
      </p:sp>
      <p:sp>
        <p:nvSpPr>
          <p:cNvPr id="5" name="文本框 4"/>
          <p:cNvSpPr txBox="1"/>
          <p:nvPr/>
        </p:nvSpPr>
        <p:spPr>
          <a:xfrm>
            <a:off x="611702" y="1639613"/>
            <a:ext cx="618008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选好摄像头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r>
              <a:rPr lang="zh-CN" altLang="en-US" sz="3200" dirty="0" smtClean="0"/>
              <a:t>接入摄像头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r>
              <a:rPr lang="zh-CN" altLang="en-US" sz="3200" dirty="0" smtClean="0"/>
              <a:t>测试摄像头清晰度</a:t>
            </a:r>
            <a:endParaRPr lang="en-US" altLang="zh-CN" sz="3200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sz="3200" dirty="0"/>
              <a:t>继</a:t>
            </a:r>
            <a:r>
              <a:rPr lang="zh-CN" altLang="en-US" sz="3200" dirty="0" smtClean="0"/>
              <a:t>续调研方案</a:t>
            </a:r>
            <a:endParaRPr lang="en-US" altLang="zh-CN" sz="3200" dirty="0" smtClean="0"/>
          </a:p>
        </p:txBody>
      </p:sp>
    </p:spTree>
    <p:extLst>
      <p:ext uri="{BB962C8B-B14F-4D97-AF65-F5344CB8AC3E}">
        <p14:creationId xmlns:p14="http://schemas.microsoft.com/office/powerpoint/2010/main" val="441010751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360</Words>
  <Application>Microsoft Office PowerPoint</Application>
  <PresentationFormat>宽屏</PresentationFormat>
  <Paragraphs>32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方正姚体</vt:lpstr>
      <vt:lpstr>华文新魏</vt:lpstr>
      <vt:lpstr>Arial</vt:lpstr>
      <vt:lpstr>Trebuchet MS</vt:lpstr>
      <vt:lpstr>Wingdings 3</vt:lpstr>
      <vt:lpstr>平面</vt:lpstr>
      <vt:lpstr>电控ROV第二次汇报</vt:lpstr>
      <vt:lpstr>PowerPoint 演示文稿</vt:lpstr>
      <vt:lpstr>PowerPoint 演示文稿</vt:lpstr>
      <vt:lpstr>摄像头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电控第一次培训</dc:title>
  <dc:creator>HS</dc:creator>
  <cp:lastModifiedBy>HS</cp:lastModifiedBy>
  <cp:revision>28</cp:revision>
  <dcterms:created xsi:type="dcterms:W3CDTF">2026-01-23T15:38:00Z</dcterms:created>
  <dcterms:modified xsi:type="dcterms:W3CDTF">2026-05-07T11:39:22Z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2052-12.1.0.25186</vt:lpwstr>
  </property>
  <property fmtid="{D5CDD505-2E9C-101B-9397-08002B2CF9AE}" pid="3" name="ICV">
    <vt:lpwstr>057AE30ABBE844A0B50F65E368294E22_12</vt:lpwstr>
  </property>
</Properties>
</file>